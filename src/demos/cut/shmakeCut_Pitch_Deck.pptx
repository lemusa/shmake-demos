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6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SHMAKE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shmakeCut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cutting calculator for timber wholesalers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brand. Your products. Your website.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3474720"/>
            <a:ext cx="1097280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4572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shmake.nz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73152" cy="914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280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Customers Leave Your Site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6002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search for a timber calculator, land on a third-party tool, figure out what they need… then maybe come back to buy. Maybe.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73152" cy="914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468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 Spend Time on Estimates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7889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 fields calls and counter questions: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many 4.8m do I need for a 12m fence?”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that could be selling, not calculating.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657600"/>
            <a:ext cx="73152" cy="914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657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Over-Orders and Returns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9776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clear cutting plan, customers buy too much or too little. Returns cost you processing time. Shortages cost them a second trip.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embeddable cutting calculator that lives on your website, branded in your colours, stocked with your products.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640080" cy="64008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212848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880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Keeps customers on your site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3291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third-party calculators. The tool is yours.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74720" y="2103120"/>
            <a:ext cx="640080" cy="64008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448" y="2212848"/>
            <a:ext cx="42062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74720" y="2880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Generates a shopping list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474720" y="3291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maps directly to your stock lengths and products.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309360" y="2103120"/>
            <a:ext cx="640080" cy="64008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2212848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09360" y="2880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Increases basket size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6309360" y="3291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buy with confidence. Less guesswork, fewer returns.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40080" y="42976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line of code to embed. Under one hour to go live.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customer’s perspective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155448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69164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3774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30175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Framing, decking,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fencing...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651760" y="155448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" name="Text 8"/>
          <p:cNvSpPr/>
          <p:nvPr/>
        </p:nvSpPr>
        <p:spPr>
          <a:xfrm>
            <a:off x="265176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69164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286000" y="23774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Cuts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286000" y="30175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Lengths and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quantities needed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389120" y="155448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6" name="Text 12"/>
          <p:cNvSpPr/>
          <p:nvPr/>
        </p:nvSpPr>
        <p:spPr>
          <a:xfrm>
            <a:off x="438912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169164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023360" y="23774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4023360" y="30175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optimises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across stock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126480" y="155448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1" name="Text 16"/>
          <p:cNvSpPr/>
          <p:nvPr/>
        </p:nvSpPr>
        <p:spPr>
          <a:xfrm>
            <a:off x="612648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69164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760720" y="23774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760720" y="30175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cutting plan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efficiency stats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7863840" y="1554480"/>
            <a:ext cx="640080" cy="6400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6" name="Text 20"/>
          <p:cNvSpPr/>
          <p:nvPr/>
        </p:nvSpPr>
        <p:spPr>
          <a:xfrm>
            <a:off x="786384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1"/>
          <p:cNvSpPr/>
          <p:nvPr/>
        </p:nvSpPr>
        <p:spPr>
          <a:xfrm>
            <a:off x="7498080" y="23774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7498080" y="30175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shopping list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your products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640080" y="3931920"/>
            <a:ext cx="7863840" cy="5486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0" name="Text 24"/>
          <p:cNvSpPr/>
          <p:nvPr/>
        </p:nvSpPr>
        <p:spPr>
          <a:xfrm>
            <a:off x="640080" y="4114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output: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640080" y="4434840"/>
            <a:ext cx="4114800" cy="2743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2" name="Shape 26"/>
          <p:cNvSpPr/>
          <p:nvPr/>
        </p:nvSpPr>
        <p:spPr>
          <a:xfrm>
            <a:off x="4754880" y="4434840"/>
            <a:ext cx="73152" cy="2743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3" name="Shape 27"/>
          <p:cNvSpPr/>
          <p:nvPr/>
        </p:nvSpPr>
        <p:spPr>
          <a:xfrm>
            <a:off x="4828032" y="4434840"/>
            <a:ext cx="2926080" cy="2743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4" name="Shape 28"/>
          <p:cNvSpPr/>
          <p:nvPr/>
        </p:nvSpPr>
        <p:spPr>
          <a:xfrm>
            <a:off x="7754112" y="4434840"/>
            <a:ext cx="749808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Text 29"/>
          <p:cNvSpPr/>
          <p:nvPr/>
        </p:nvSpPr>
        <p:spPr>
          <a:xfrm>
            <a:off x="640080" y="4434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2400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4828032" y="4434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1800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7754112" y="443484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371600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630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371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Cut Optimisation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19659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minimises waste across all your available stock lengths.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29000" y="118872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371600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146304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51960" y="1371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White-Label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611880" y="19659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logo, colours, and fonts. Customers see your brand.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17920" y="118872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0" y="1371600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46304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040880" y="1371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Costing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400800" y="19659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Price-per-metre rates populate automatically from your catalogue.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301752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2960" y="3200400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29184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3200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PDF Export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22960" y="37947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cutting plan PDF to bring to the counter.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429000" y="301752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611880" y="3200400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3291840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251960" y="3200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Ready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3611880" y="37947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phone, tablet, and desktop. Plan from the building site.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217920" y="301752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00800" y="3200400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329184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040880" y="3200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400800" y="37947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how many customers use the tool and what they calculate.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Product Catalogue Built In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select from your actual products — not generic stock lengths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46304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0" y="1554480"/>
            <a:ext cx="146304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1554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931920" y="1554480"/>
            <a:ext cx="146304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3931920" y="1554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Fencing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577840" y="1554480"/>
            <a:ext cx="146304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5577840" y="1554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148840"/>
            <a:ext cx="786384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1488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H3.2 Radiata Pine 90 × 45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21488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$4.50/m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760720" y="2148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2.4  3.0  3.6  4.2  4.8  6.0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2743200"/>
            <a:ext cx="78638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2743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H3.2 Radiata Pine 140 × 45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0" y="27432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$6.80/m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760720" y="2743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2.4  3.0  3.6  4.2  4.8  6.0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337560"/>
            <a:ext cx="786384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3375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H3.2 Radiata Pine 190 × 45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0" y="33375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$9.20/m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760720" y="3337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3.0  3.6  4.2  4.8  6.0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4069080"/>
            <a:ext cx="7863840" cy="54864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343400"/>
            <a:ext cx="182880" cy="18288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960120" y="4297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manage your catalogue through a simple admin panel</a:t>
            </a:r>
            <a:endParaRPr lang="en-US" sz="1200" dirty="0"/>
          </a:p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617720"/>
            <a:ext cx="182880" cy="18288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96012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go live immediately — no code changes needed</a:t>
            </a:r>
            <a:endParaRPr lang="en-US" sz="1200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892040"/>
            <a:ext cx="182880" cy="18288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960120" y="4846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shopping list output maps to your actual SKUs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Dead Simple Integration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lines of HTML. That’s it.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7863840" cy="12801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830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id="shmakecut"&gt;&lt;/div&gt;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 src="https://app.shmakecut.co.nz/embed/</a:t>
            </a:r>
            <a:pPr indent="0" marL="0">
              <a:buNone/>
            </a:pPr>
            <a:r>
              <a:rPr lang="en-US" sz="140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shmakecut.iife.js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data-key="</a:t>
            </a:r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YOUR_KEY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"&gt;&lt;/script&gt;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 with any website platform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703320"/>
            <a:ext cx="146304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703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0" y="3703320"/>
            <a:ext cx="146304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3703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931920" y="3703320"/>
            <a:ext cx="146304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3931920" y="3703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Squarespace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577840" y="3703320"/>
            <a:ext cx="146304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5577840" y="3703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Build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223760" y="3703320"/>
            <a:ext cx="146304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7223760" y="3703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CMS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343400"/>
            <a:ext cx="7863840" cy="5486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526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 hour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0080" y="47548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time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29000" y="4526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288 KB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429000" y="47548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size (gzipped)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4526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217920" y="47548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on your site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Fully White-Label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customers see your brand, not ours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51760" cy="310896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2651760" cy="411480"/>
          </a:xfrm>
          <a:prstGeom prst="rect">
            <a:avLst/>
          </a:prstGeom>
          <a:solidFill>
            <a:srgbClr val="E3193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630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PlaceMakers Style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2057400"/>
            <a:ext cx="731520" cy="256032"/>
          </a:xfrm>
          <a:prstGeom prst="rect">
            <a:avLst/>
          </a:prstGeom>
          <a:solidFill>
            <a:srgbClr val="E31937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0574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371600" y="2057400"/>
            <a:ext cx="731520" cy="2560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20574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Decking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94360" y="2514600"/>
            <a:ext cx="1463040" cy="2011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Shape 11"/>
          <p:cNvSpPr/>
          <p:nvPr/>
        </p:nvSpPr>
        <p:spPr>
          <a:xfrm>
            <a:off x="2057400" y="2514600"/>
            <a:ext cx="36576" cy="20116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4" name="Shape 12"/>
          <p:cNvSpPr/>
          <p:nvPr/>
        </p:nvSpPr>
        <p:spPr>
          <a:xfrm>
            <a:off x="2093976" y="2514600"/>
            <a:ext cx="548640" cy="2011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642616" y="2514600"/>
            <a:ext cx="201168" cy="20116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2761488"/>
            <a:ext cx="1097280" cy="2011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7" name="Shape 15"/>
          <p:cNvSpPr/>
          <p:nvPr/>
        </p:nvSpPr>
        <p:spPr>
          <a:xfrm>
            <a:off x="1691640" y="2761488"/>
            <a:ext cx="36576" cy="20116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8" name="Shape 16"/>
          <p:cNvSpPr/>
          <p:nvPr/>
        </p:nvSpPr>
        <p:spPr>
          <a:xfrm>
            <a:off x="1728216" y="2761488"/>
            <a:ext cx="1097280" cy="2011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825496" y="2761488"/>
            <a:ext cx="18288" cy="2011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" y="3154680"/>
            <a:ext cx="2377440" cy="320040"/>
          </a:xfrm>
          <a:prstGeom prst="rect">
            <a:avLst/>
          </a:prstGeom>
          <a:solidFill>
            <a:srgbClr val="E31937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154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" y="3657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95.2%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94360" y="38862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783080" y="3657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$142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783080" y="38862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Cost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94360" y="42519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shmakeCut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3383280" y="1463040"/>
            <a:ext cx="2651760" cy="3108960"/>
          </a:xfrm>
          <a:prstGeom prst="rect">
            <a:avLst/>
          </a:prstGeom>
          <a:solidFill>
            <a:srgbClr val="F0F7F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383280" y="1463040"/>
            <a:ext cx="2651760" cy="411480"/>
          </a:xfrm>
          <a:prstGeom prst="rect">
            <a:avLst/>
          </a:prstGeom>
          <a:solidFill>
            <a:srgbClr val="006838"/>
          </a:solidFill>
          <a:ln/>
        </p:spPr>
      </p:sp>
      <p:sp>
        <p:nvSpPr>
          <p:cNvPr id="29" name="Text 27"/>
          <p:cNvSpPr/>
          <p:nvPr/>
        </p:nvSpPr>
        <p:spPr>
          <a:xfrm>
            <a:off x="3383280" y="14630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10 Style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520440" y="2057400"/>
            <a:ext cx="731520" cy="256032"/>
          </a:xfrm>
          <a:prstGeom prst="rect">
            <a:avLst/>
          </a:prstGeom>
          <a:solidFill>
            <a:srgbClr val="006838"/>
          </a:solidFill>
          <a:ln/>
        </p:spPr>
      </p:sp>
      <p:sp>
        <p:nvSpPr>
          <p:cNvPr id="31" name="Text 29"/>
          <p:cNvSpPr/>
          <p:nvPr/>
        </p:nvSpPr>
        <p:spPr>
          <a:xfrm>
            <a:off x="3520440" y="20574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297680" y="2057400"/>
            <a:ext cx="731520" cy="2560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3" name="Text 31"/>
          <p:cNvSpPr/>
          <p:nvPr/>
        </p:nvSpPr>
        <p:spPr>
          <a:xfrm>
            <a:off x="4297680" y="20574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Decking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520440" y="2514600"/>
            <a:ext cx="1463040" cy="2011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5" name="Shape 33"/>
          <p:cNvSpPr/>
          <p:nvPr/>
        </p:nvSpPr>
        <p:spPr>
          <a:xfrm>
            <a:off x="4983480" y="2514600"/>
            <a:ext cx="36576" cy="20116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6" name="Shape 34"/>
          <p:cNvSpPr/>
          <p:nvPr/>
        </p:nvSpPr>
        <p:spPr>
          <a:xfrm>
            <a:off x="5020056" y="2514600"/>
            <a:ext cx="548640" cy="2011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7" name="Shape 35"/>
          <p:cNvSpPr/>
          <p:nvPr/>
        </p:nvSpPr>
        <p:spPr>
          <a:xfrm>
            <a:off x="5568696" y="2514600"/>
            <a:ext cx="201168" cy="201168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8" name="Shape 36"/>
          <p:cNvSpPr/>
          <p:nvPr/>
        </p:nvSpPr>
        <p:spPr>
          <a:xfrm>
            <a:off x="3520440" y="2761488"/>
            <a:ext cx="1097280" cy="2011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9" name="Shape 37"/>
          <p:cNvSpPr/>
          <p:nvPr/>
        </p:nvSpPr>
        <p:spPr>
          <a:xfrm>
            <a:off x="4617720" y="2761488"/>
            <a:ext cx="36576" cy="20116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0" name="Shape 38"/>
          <p:cNvSpPr/>
          <p:nvPr/>
        </p:nvSpPr>
        <p:spPr>
          <a:xfrm>
            <a:off x="4654296" y="2761488"/>
            <a:ext cx="1097280" cy="2011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1" name="Shape 39"/>
          <p:cNvSpPr/>
          <p:nvPr/>
        </p:nvSpPr>
        <p:spPr>
          <a:xfrm>
            <a:off x="5751576" y="2761488"/>
            <a:ext cx="18288" cy="2011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2" name="Shape 40"/>
          <p:cNvSpPr/>
          <p:nvPr/>
        </p:nvSpPr>
        <p:spPr>
          <a:xfrm>
            <a:off x="3520440" y="3154680"/>
            <a:ext cx="2377440" cy="320040"/>
          </a:xfrm>
          <a:prstGeom prst="rect">
            <a:avLst/>
          </a:prstGeom>
          <a:solidFill>
            <a:srgbClr val="006838"/>
          </a:solidFill>
          <a:ln/>
        </p:spPr>
      </p:sp>
      <p:sp>
        <p:nvSpPr>
          <p:cNvPr id="43" name="Text 41"/>
          <p:cNvSpPr/>
          <p:nvPr/>
        </p:nvSpPr>
        <p:spPr>
          <a:xfrm>
            <a:off x="3520440" y="3154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520440" y="3657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95.2%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3520440" y="38862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709160" y="3657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$142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709160" y="38862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Cost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520440" y="42519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shmakeCut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6309360" y="1463040"/>
            <a:ext cx="2651760" cy="310896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309360" y="1463040"/>
            <a:ext cx="2651760" cy="41148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51" name="Text 49"/>
          <p:cNvSpPr/>
          <p:nvPr/>
        </p:nvSpPr>
        <p:spPr>
          <a:xfrm>
            <a:off x="6309360" y="14630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ITM Style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446520" y="2057400"/>
            <a:ext cx="731520" cy="256032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53" name="Text 51"/>
          <p:cNvSpPr/>
          <p:nvPr/>
        </p:nvSpPr>
        <p:spPr>
          <a:xfrm>
            <a:off x="6446520" y="20574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7223760" y="2057400"/>
            <a:ext cx="731520" cy="2560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5" name="Text 53"/>
          <p:cNvSpPr/>
          <p:nvPr/>
        </p:nvSpPr>
        <p:spPr>
          <a:xfrm>
            <a:off x="7223760" y="20574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Decking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446520" y="2514600"/>
            <a:ext cx="1463040" cy="2011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7" name="Shape 55"/>
          <p:cNvSpPr/>
          <p:nvPr/>
        </p:nvSpPr>
        <p:spPr>
          <a:xfrm>
            <a:off x="7909560" y="2514600"/>
            <a:ext cx="36576" cy="20116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8" name="Shape 56"/>
          <p:cNvSpPr/>
          <p:nvPr/>
        </p:nvSpPr>
        <p:spPr>
          <a:xfrm>
            <a:off x="7946136" y="2514600"/>
            <a:ext cx="548640" cy="2011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9" name="Shape 57"/>
          <p:cNvSpPr/>
          <p:nvPr/>
        </p:nvSpPr>
        <p:spPr>
          <a:xfrm>
            <a:off x="8494776" y="2514600"/>
            <a:ext cx="201168" cy="201168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60" name="Shape 58"/>
          <p:cNvSpPr/>
          <p:nvPr/>
        </p:nvSpPr>
        <p:spPr>
          <a:xfrm>
            <a:off x="6446520" y="2761488"/>
            <a:ext cx="1097280" cy="2011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1" name="Shape 59"/>
          <p:cNvSpPr/>
          <p:nvPr/>
        </p:nvSpPr>
        <p:spPr>
          <a:xfrm>
            <a:off x="7543800" y="2761488"/>
            <a:ext cx="36576" cy="20116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2" name="Shape 60"/>
          <p:cNvSpPr/>
          <p:nvPr/>
        </p:nvSpPr>
        <p:spPr>
          <a:xfrm>
            <a:off x="7580376" y="2761488"/>
            <a:ext cx="1097280" cy="2011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3" name="Shape 61"/>
          <p:cNvSpPr/>
          <p:nvPr/>
        </p:nvSpPr>
        <p:spPr>
          <a:xfrm>
            <a:off x="8677656" y="2761488"/>
            <a:ext cx="18288" cy="2011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4" name="Shape 62"/>
          <p:cNvSpPr/>
          <p:nvPr/>
        </p:nvSpPr>
        <p:spPr>
          <a:xfrm>
            <a:off x="6446520" y="3154680"/>
            <a:ext cx="2377440" cy="32004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65" name="Text 63"/>
          <p:cNvSpPr/>
          <p:nvPr/>
        </p:nvSpPr>
        <p:spPr>
          <a:xfrm>
            <a:off x="6446520" y="3154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6446520" y="3657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95.2%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6446520" y="38862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7635240" y="3657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$142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7635240" y="38862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Cost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6446520" y="42519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shmakeCut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free trial on all plans. No credit card required.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5176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6002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$99</a:t>
            </a:r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731520" y="2651760"/>
            <a:ext cx="2103120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834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Cutting calculator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1821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20 products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52958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brand colours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87705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export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42245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support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83280" y="1417320"/>
            <a:ext cx="265176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83280" y="16002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383280" y="19659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$199</a:t>
            </a:r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3657600" y="2651760"/>
            <a:ext cx="2103120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0" y="2834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Basic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0" y="31821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products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0" y="352958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analytics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0" y="387705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0" y="42245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disclaimer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09360" y="1417320"/>
            <a:ext cx="265176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309360" y="16002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309360" y="19659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</a:t>
            </a:r>
            <a:pPr algn="ctr" indent="0" marL="0">
              <a:buNone/>
            </a:pPr>
            <a:endParaRPr lang="en-US" sz="3600" dirty="0"/>
          </a:p>
        </p:txBody>
      </p:sp>
      <p:sp>
        <p:nvSpPr>
          <p:cNvPr id="26" name="Shape 24"/>
          <p:cNvSpPr/>
          <p:nvPr/>
        </p:nvSpPr>
        <p:spPr>
          <a:xfrm>
            <a:off x="6583680" y="2651760"/>
            <a:ext cx="2103120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0" y="2834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Pro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83680" y="31821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sites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83680" y="352958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83680" y="387705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cart link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0" y="42245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support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6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SHMAKE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to keep customers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your site?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your 30-day free trial today. Live on your site in under an hour.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3383280"/>
            <a:ext cx="2743200" cy="5486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383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Started</a:t>
            </a:r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42062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hello@shmakecut.co.nz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shmake.nz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365760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shmakeCut - Cutting Calculator for Timber Wholesalers</dc:title>
  <dc:subject>PptxGenJS Presentation</dc:subject>
  <dc:creator>SHMAKE</dc:creator>
  <cp:lastModifiedBy>SHMAKE</cp:lastModifiedBy>
  <cp:revision>1</cp:revision>
  <dcterms:created xsi:type="dcterms:W3CDTF">2026-02-15T02:30:42Z</dcterms:created>
  <dcterms:modified xsi:type="dcterms:W3CDTF">2026-02-15T02:30:42Z</dcterms:modified>
</cp:coreProperties>
</file>